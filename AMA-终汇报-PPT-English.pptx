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Autonomous Retail Intelligence</a:t>
            </a:r>
            <a:br/>
            <a:r>
              <a:t>Agent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700"/>
                </a:solidFill>
                <a:latin typeface="Microsoft YaHei"/>
              </a:defRPr>
            </a:pPr>
            <a:r>
              <a:t>Multi-Agent Intelligent Retail Platform Based on Uniqlo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931920"/>
            <a:ext cx="30175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Presenter: Yuan Wang  |  Senior Solution Engineer</a:t>
            </a: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AMA Capstone Project  |  Project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55448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2103120" y="1719072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77440" y="15544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Project Background &amp; Challenges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29967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2194559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2029967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Solution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505456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2670048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0" y="2505456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5 Agent Architecture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8094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3145536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440" y="2980944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Technical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456432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03120" y="3621024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345643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Asia-Specific Considerations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3192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03120" y="4096512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7440" y="39319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Business Scenario Demos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407408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03120" y="4572000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4407408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Expected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882896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03120" y="5047488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77440" y="4882896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Implementation Roadmap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35838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5522976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77440" y="5358384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Risks &amp; Mitigations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833872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03120" y="5998464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77440" y="583387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Q &amp; 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Project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Global retail faces digital transformation; traditional models are unsustainable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Uniqlo (Fast Retailing): 3,500+ global stores, 1.3B units annual production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Core Pain Point: Data Silos → Channels cannot share data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Core Pain Point: Insufficient personalization → One-size-fits-all experience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Core Pain Point: Inventory Waste → Industry avg waste rate &gt;30%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Core Pain Point: Pricing Lag → Cannot respond quickly to market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Business Challenges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Data Silos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Customer data scattered across App, stores, e-commerce, social media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Inventory Waste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Industry avg waste rate 30%+, billions in annual losses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Pricing Lag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Pricing strategy cannot respond to market changes in real-time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Inefficient Marketing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Marketing lacks precise targeting, ROI difficult to measure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Solution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5 AI Agents collaborating, covering the full retail chain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Unified customer data platform connecting App / Store / E-commerce / Social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Autonomous decisions + human approval, balancing efficiency and risk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Azure full-stack, enterprise-grade security and scalability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Deep Asia market adaptation (privacy, payments, e-commerce ecosystem)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5 Agent Architecture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Customer</a:t>
            </a:r>
            <a:br/>
            <a:r>
              <a:t>Understanding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Customer Understanding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Personalization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Personalization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Inventory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Inventory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Pricing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Pricing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Marketing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Marketing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468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4754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7040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9326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148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Data Flow: Customer Understanding → Personalization → Inventory / Pricing / Marketing</a:t>
            </a:r>
          </a:p>
          <a:p>
            <a:pPr algn="l">
              <a:spcAft>
                <a:spcPts val="640"/>
              </a:spcAft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Collaboration: Synchronous (REST API) + Async Events (Event Hubs)</a:t>
            </a:r>
          </a:p>
          <a:p>
            <a:pPr algn="l">
              <a:spcAft>
                <a:spcPts val="640"/>
              </a:spcAft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State Sharing: Cosmos DB unified state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Customer Understanding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Build 360° Customer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Role: Build 360° customer view, unify multi-channel data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Tech: Synthetic Persona + Agent Memory + Vector Search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Input: App behavior / Store RFID / E-commerce orders / Membership data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Output: Unified persona + Behavior prediction + Churn warning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Core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Synthetic Persona solves cold start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Agent Memory enables cross-session memory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Vector search enables semantic customer matching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Real-time behavior tracking and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Personalization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Cross-Channel Personalized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Role: Cross-channel personalized recommendations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Tech: U-A-L Triad + Hybrid AI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Input: Customer persona + Real-time behavior + Inventory data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Output: Personalized recommendations + Next best 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U-A-L Triad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Understanding: Deep customer intent comprehension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Action: Intelligent next action recommendation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Learning: Continuous learning to optimize recommendations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Hybrid AI: Rules engine + deep learning 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Inventory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Demand Forecasting + Auto-Replenishment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Role: Demand forecasting + auto-replenishment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Tech: Prophet + LSTM hybrid prediction model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Input: Historical sales / Weather / Promotions / Competition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Output: 7-day demand forecast + replenishment suggestions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Prediction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Prophet: Captures seasonality and trends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LSTM: Learns complex non-linear patterns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Hybrid model: Balances accuracy and interpretability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Real-time: Weather/event triggers re-prediction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Pricing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Dynamic Pricing to Maximize Profit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Role: Dynamic pricing to maximize profit and turnover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Tech: TT203 three-layer architecture (Data → ML → LLM)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Core: Price elasticity linear regression model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Output: Optimal price + profit impact forecast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TT203 Three-Layer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Data Layer: Cleaning, aggregation, feature engineering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ML Layer: Price elasticity modeling and optimization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LLM Layer: Natural language pricing explanation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Human approval: Critical price changes need confirmation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Marketing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Autonomous Marketing + Budget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Role: Autonomous marketing campaign and budget optimization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Tech: Reinforcement learning + A/B testing framework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Input: Customer personas + Market trends + Competition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Output: Campaign plan + Budget allocation + Effectiveness forecast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Core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RL: Dynamic marketing strategy adjustment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A/B testing: Data-driven effectiveness validation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Budget optimization: ROI-maximizing allocation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Multi-channel: App/SMS/Social media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Inter-Agent Collaboration Protocol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4747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2050"/>
                </a:solidFill>
                <a:latin typeface="Microsoft YaHei"/>
              </a:defRPr>
            </a:pPr>
            <a:r>
              <a:t>Synchronous Calls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560320"/>
            <a:ext cx="25603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REST API real-time communication</a:t>
            </a:r>
            <a:br/>
            <a:r>
              <a:t>For scenarios requiring immediate response</a:t>
            </a:r>
            <a:br/>
            <a:r>
              <a:t>E.g., personalized recommendation requests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828800"/>
            <a:ext cx="34747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2050"/>
                </a:solidFill>
                <a:latin typeface="Microsoft YaHei"/>
              </a:defRPr>
            </a:pPr>
            <a:r>
              <a:t>Async Events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2560320"/>
            <a:ext cx="25603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8346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Event Hubs event-driven</a:t>
            </a:r>
            <a:br/>
            <a:r>
              <a:t>For non-realtime data streams</a:t>
            </a:r>
            <a:br/>
            <a:r>
              <a:t>E.g., inventory updates, price changes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1828800"/>
            <a:ext cx="34747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2050"/>
                </a:solidFill>
                <a:latin typeface="Microsoft YaHei"/>
              </a:defRPr>
            </a:pPr>
            <a:r>
              <a:t>State Sharing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2560320"/>
            <a:ext cx="25603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8346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Cosmos DB unified state</a:t>
            </a:r>
            <a:br/>
            <a:r>
              <a:t>Inter-agent shared context</a:t>
            </a:r>
            <a:br/>
            <a:r>
              <a:t>Conflict resolution: Priority + timestamp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Technical Architecture (3 Layers)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515600" cy="146304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91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Application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LLM Inference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69164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Azure AI Foundry + Agent Framework</a:t>
            </a:r>
            <a:br/>
            <a:r>
              <a:t>Azure OpenAI Service</a:t>
            </a:r>
            <a:br/>
            <a:r>
              <a:t>NLU and generation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46120"/>
            <a:ext cx="10515600" cy="1463040"/>
          </a:xfrm>
          <a:prstGeom prst="round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383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ML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794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Prediction Model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38328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Azure ML + Prophet + LSTM</a:t>
            </a:r>
            <a:br/>
            <a:r>
              <a:t>Price elasticity model</a:t>
            </a:r>
            <a:br/>
            <a:r>
              <a:t>Demand forecasting engine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937760"/>
            <a:ext cx="10515600" cy="1463040"/>
          </a:xfrm>
          <a:prstGeom prst="round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074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Data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486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Data Foundation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507492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Microsoft Fabric + Cosmos DB</a:t>
            </a:r>
            <a:br/>
            <a:r>
              <a:t>Event Hubs real-time stream</a:t>
            </a:r>
            <a:br/>
            <a:r>
              <a:t>Data lake + feature 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Azure 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AI Foundry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Agent Framework unified orchestration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55448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OpenAI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GPT-4o / GPT-4.1 inference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880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Microsoft Fabric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337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Unified data analytics platform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278892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2880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Cosmos 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337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Globally distributed state storage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2336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114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API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572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MCP Gateway unified gateway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02336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4114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572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Model training and deployment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5780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3492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Event Hubs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806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Real-time event stream processing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Asia-Specific Considerations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Privacy: PIPL (China) / APPI (Japan) / PDPA (SEA) dynamically adjusted per region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Multilingual: LanguageRouter, native CN/JP/KR/EN support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Synthetic Persona: Solves cold start, no real data needed for modeling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Cultural adaptation: Consumer habits, aesthetics, holiday marketing per market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Data localization: Regional storage meets local regulatory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Asia-Specific Considerations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Payment fragmentation: MCP unified gateway for WeChat/Alipay/Line Pay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Urban-rural: StoreStrategy tiered approach, Tier 1 vs lower-tier markets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E-commerce: JD / Tmall / Rakuten / Shopee multi-platform adaptation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Social commerce: Xiaohongshu / Douyin / Instagram content discovery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Logistics: Instant delivery (CN) vs standard delivery (JP/SEA)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Scenario 1 — Cross-Channel Personalization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Scenario: Customer browses fleece jacket on App, gets personalized recommendation in-store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① Customer Understanding Agent</a:t>
            </a:r>
            <a:br/>
            <a:r>
              <a:t>Collects multi-channel behavior data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9184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② Personalization Agent</a:t>
            </a:r>
            <a:br/>
            <a:r>
              <a:t>Generates personalized recommendations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2648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③ Store Agent</a:t>
            </a:r>
            <a:br/>
            <a:r>
              <a:t>Pushes outfit suggestions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6112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3544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④ Marketing Agent</a:t>
            </a:r>
            <a:br/>
            <a:r>
              <a:t>Sends coupons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Expected Impact: Conversion +35%, AOV +20%, CSAT up to 85%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Scenario 2 — Intelligent Inventory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Scenario: During seasonal transition, auto-predict demand and adjust inventory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① Inventory Agent</a:t>
            </a:r>
            <a:br/>
            <a:r>
              <a:t>Analyzes historical sales + weather data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9184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② Demand Forecast</a:t>
            </a:r>
            <a:br/>
            <a:r>
              <a:t>7-day sales forecast + safety stock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2648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③ Auto-Replenishment</a:t>
            </a:r>
            <a:br/>
            <a:r>
              <a:t>Generate replenishment orders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6112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3544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④ Pricing Agent</a:t>
            </a:r>
            <a:br/>
            <a:r>
              <a:t>Coordinate promotion price adjustments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Expected Impact: Waste -50%, stockout -60%, turnover +40%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Scenario 3 — Dynamic Pricing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Scenario: When competitors cut prices, auto-evaluate and adjust pricing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① Pricing Agent</a:t>
            </a:r>
            <a:br/>
            <a:r>
              <a:t>Monitors competitor price changes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9184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② Elasticity Analysis</a:t>
            </a:r>
            <a:br/>
            <a:r>
              <a:t>Price elasticity model evaluates impact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2648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③ Strategy Generation</a:t>
            </a:r>
            <a:br/>
            <a:r>
              <a:t>TT203 three-layer architecture decision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6112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3544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④ Human Approval</a:t>
            </a:r>
            <a:br/>
            <a:r>
              <a:t>Critical price changes require confirmation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Expected Impact: Margin +15%, price response from 7 days to 2 hours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Expected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+40%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Same-Store Sales Growth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-50%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Inventory Waste Reduction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85%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Customer Satisfaction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+60%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Customer Lifetime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35%+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E-commerce Penetration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Implementation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474720" cy="43891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Phase 1（3 months）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MVP Validation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3108960"/>
            <a:ext cx="256032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10-store pilot</a:t>
            </a:r>
            <a:br/>
            <a:r>
              <a:t>Customer Understanding + Personalization</a:t>
            </a:r>
            <a:br/>
            <a:r>
              <a:t>Validate core value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828800"/>
            <a:ext cx="3474720" cy="4389120"/>
          </a:xfrm>
          <a:prstGeom prst="round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Phase 2（6 months）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Scale Deployment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108960"/>
            <a:ext cx="256032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329184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100 stores</a:t>
            </a:r>
            <a:br/>
            <a:r>
              <a:t>Add Inventory + Pricing Agent</a:t>
            </a:r>
            <a:br/>
            <a:r>
              <a:t>Full chain integration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474720" cy="4389120"/>
          </a:xfrm>
          <a:prstGeom prst="round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Phase 3（12 months）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Full Omnichannel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0" y="3108960"/>
            <a:ext cx="256032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Full omnichannel launch</a:t>
            </a:r>
            <a:br/>
            <a:r>
              <a:t>5 Agent full collaboration</a:t>
            </a:r>
            <a:br/>
            <a:r>
              <a:t>Continuous optimization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Risks &amp; Mitigations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Hallucination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LLM generates inaccurate information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Mitigation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RAG + fact-checking + human review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Latency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Agent response time too long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78892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880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Mitigation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91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Event-driven + caching + async processing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2336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Cost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API call costs too high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02336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1148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Mitigation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262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Small models for simple tasks + caching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5780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349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Compliance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Data privacy regulation violations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525780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3492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Mitigation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60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Synthetic Persona + data localization + audit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Cost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Prototype Phase Monthly Cost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0" y="1828800"/>
          <a:ext cx="75895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840"/>
                <a:gridCol w="2529840"/>
                <a:gridCol w="2529840"/>
              </a:tblGrid>
              <a:tr h="6096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002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Monthly Cost</a:t>
                      </a:r>
                    </a:p>
                  </a:txBody>
                  <a:tcPr>
                    <a:solidFill>
                      <a:srgbClr val="002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2050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Azure OpenAI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~$500/mo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GPT-4o inference calls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Cosmos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~$200/mo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Globally distributed storage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Azure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~$300/mo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Model training and deployment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Other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~$200/mo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Event Hubs / APIM / Fabric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2050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2050"/>
                          </a:solidFill>
                        </a:defRPr>
                      </a:pPr>
                      <a:r>
                        <a:t>~$1,300/mo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2050"/>
                          </a:solidFill>
                        </a:defRPr>
                      </a:pPr>
                      <a:r>
                        <a:t>Prototype phase estimate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286000" y="56692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Note: Production costs scale linearly with stores, expected ROI &gt; 10x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5 Agents solve 4 core retail pain points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Azure full-stack, enterprise-grade security and scalability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Deep Asia market adaptation, differentiated advantage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Executable 3-phase roadmap, risk-controlled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Expected ROI &gt; 10x, validate in 3 months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754880"/>
            <a:ext cx="10332720" cy="1371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4937760"/>
            <a:ext cx="9784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Microsoft YaHei"/>
              </a:defRPr>
            </a:pPr>
            <a:r>
              <a:t>Project 46 is not just a technical solution, but a paradigm shift in retail digital transformation.</a:t>
            </a:r>
            <a:br/>
            <a:r>
              <a:t>Through AI Agent collaboration, move Uniqlo from experience-driven to data-intelligence-driven.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Microsoft YaHe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D700"/>
                </a:solidFill>
                <a:latin typeface="Microsoft YaHei"/>
              </a:defRPr>
            </a:pPr>
            <a: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114800"/>
            <a:ext cx="30175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Q &amp; A</a:t>
            </a: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Presenter: Yuan Wang  |  Senior Solution Engineer</a:t>
            </a: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Project 46 — Autonomous Retail Intelligence Agent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