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Autonomous Retail Intelligence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Agent Platform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0B0"/>
                </a:solidFill>
              </a:rPr>
              <a:t>Multi-Agent Intelligent Retail Platform Based on Uniqlo (Fast Retailing)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Presenter: Yuan Wang  |  Senior Solution Engineer, Azure &amp; AI Platform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Project 46 — Autonomous Retail Intelligence Agent Platform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01  Project Background &amp; Challenges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02  Solution Overview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03  5 Agent Architecture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04  Technical Architecture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05  Asia-Specific Considerations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06  Business Scenario Demos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07  Expected Impact &amp; Roadmap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08  Risks &amp; Cost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212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09  Summary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Project Background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Global retail faces digital transformation; traditional models are unsustainable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Uniqlo (Fast Retailing): 3,500+ global stores, 1.3B units annual production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Greater China revenue: 21.8%, 900+ stores in China (more than Japan)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Core pain points: data silos, insufficient personalization, inventory waste, pricing lag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Agent-based architecture is the only solution for cross-system autonomous collaboration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Business Challenges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Data Silos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Customer data scattered across App, stores, e-commerce, social media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188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371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Inventory Waste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Industry avg waste rate 30%+, billions in annual losses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Pricing Lag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Pricing strategy cannot respond to market changes in real-time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474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Inefficient Marketing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4206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Marketing lacks precise targeting, ROI difficult to measure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Solution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5 AI Agents collaborating, covering the full retail chain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Unified customer data platform connecting App / Store / E-commerce / Social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Each agent focuses on one domain, collaborating via A2A Protocol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Human-in-the-Loop: critical decisions retain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Deep Asia market adaptation (privacy, payments, e-commerce ecosystem)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5 Agent Architecture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Understanding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Personalization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93192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Inventory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Pricing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0664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Marketing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Orchestration: Azure AI Foundry + Agent Framework + A2A Protocol + MCP Gateway (APIM)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Data Layer: Cosmos DB + Event Hubs + Fabric + Azure ML + Synthetic Persona (TinyTroupe)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Customer Understanding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Build 360° customer view, unify cross-channel identity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GPT-4o behavior understanding + Temporal Transformer + Synthetic Persona (TT205)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App behavior / Store RFID / E-commerce orders / Service records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Unified persona + Behavior prediction vector + Customer segment tags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Personalization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Cross-channel personalized recommendations for each customer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U-A-L Triad (Understand-Act-Learn) + Hybrid AI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Customer persona + Real-time behavior + Inventory status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Personalized recommendations + Next best action + Recommendation rationale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Inventory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Demand forecasting + auto-replenishment decisions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Prophet + LSTM time series + Weather/event features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Historical sales / RFID inventory / Weather / Promotions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7-day demand forecast + Reorder suggestions + Slow-moving alerts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Pricing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Dynamic pricing to maximize profit and turnover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TT203 three-layer architecture (Data → ML → LLM) + Bayesian elasticity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Demand forecast / Competitor prices / Inventory levels / Costs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Pricing recommendations + Promotion strategies + Profit forecast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Marketing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Autonomous marketing campaign planning and budget optimization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Reinforcement learning + A/B testing + ROI maximization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Customer personas / Market trends / Competitive dynamics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Campaign plan + Budget allocation + Effectiveness forecast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Inter-Agent Collaboration Protocol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Synchronous Calls: REST API real-time communication (e.g., personalized recommendations)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Async Events: Event Hubs decoupled communication (e.g., inventory sync, marketing analytics)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State Sharing: Cosmos DB unified state — all agents share real-time customer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Conflict Resolution: Priority-based + timestamp + Human-in-the-Loop escalation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Data Flow: Customer Understanding → Personalization → Inventory / Pricing / Marketing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Technical Architecture (3 Layers)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Application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Agent UI / Store POS / App / Mini Program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LLM Inference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Azure AI Foundry + GPT-4o for reasoning and generation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Prediction Model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Price elasticity model, demand forecasting engine, customer behavior prediction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Data Foundation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Cosmos DB vector storage + Event Hubs real-time stream + Fabric data lake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Azure 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AI Foundry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Agent Framework unified orchestration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OpenAI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17373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GPT-4o / GPT-4.1 inference engine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Fabric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22860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Unified data analytics platform (OneLake)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Cosmos 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Globally distributed state storage + Vector 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 Management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26080" y="33832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MCP Gateway unified gateway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931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Monitor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9319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Agent behavior monitoring + alerting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8056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480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26080" y="4480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Model training and deployment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0292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029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Event Hubs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26080" y="50292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Real-time event stream processing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Asia-Specific Considerations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Privacy: PIPL (China) / APPI (Japan) / PDPA (SEA) — dynamically adjusted per region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Multilingual: LLM native multilingual + Agent language preference config (CN/JP/KR/EN)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Synthetic Persona: Solves cold start in new markets, no real PII needed for modeling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Cultural adaptation: Consumer habits, aesthetic preferences, holiday marketing per market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Data localization: Cosmos DB Asia-Pacific deployment, data stays in-region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Asia-Specific Considerations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Payment fragmentation: MCP unified payment gateway for WeChat / Alipay / Line Pay etc.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Urban-rural: StoreStrategy tiered approach — Tier 1 cities vs lower-tier markets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E-commerce: JD / Tmall / Rakuten / Shopee multi-platform adaptation via APIM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Social commerce: Xiaohongshu / Douyin / Instagram content discovery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Logistics: Instant delivery (China) vs standard delivery (Japan / SEA)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1 — Cross-Channel Personalization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Customer browses fleece jacket on App, receives personalized recommendation in-store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Customer Understanding Agent collects multi-channel behavior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Personalization Agent generates personalized recommendations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Store Agent pushes outfit suggestions to in-store display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Customer scans to purchase → feedback loops back to update persona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Conversion +35%, AOV +20%, CSAT up to 85%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2 — Intelligent Inventory Management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During seasonal transition, auto-predict demand and adjust inventory allocation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Inventory Agent analyzes historical sales + weather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Demand forecast: 7-day sales prediction + safety stock calculation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Auto-replenishment: Generate replenishment orders to warehouse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Pricing Agent adjusts promotion prices for slow-moving items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Waste -50%, stockout -60%, turnover +40%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3 — Dynamic Pricing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When competitors cut prices, auto-evaluate and adjust pricing strategy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Pricing Agent monitors competitor price changes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Elasticity analysis: Price elasticity model evaluates profit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Strategy generation: TT203 three-layer architecture decision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Human approval: Critical price changes require confirmation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Margin +15%, price response from 7 days to 2 hours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Expected Impact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+40%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Same-Store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Sales Growth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1168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-50%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01168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Inventory Waste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Reduction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85%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74904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Satisfaction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+60%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Lifetime Value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2376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35%+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22376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E-commerce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Penetration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Implementation Roadmap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1 (3 months)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MVP Validation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10-store pilot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Customer Understanding + Personalization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Validate core value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FFF3E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2 (6 months)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Scale Deployment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100 stores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Add Inventory + Pricing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Full chain integration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3 (12 months)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Full Omnichannel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All channels online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5 Agent full collaboration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Continuous optimization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Risks &amp; Mitigations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Hallucination 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LLM generates inaccurate information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18872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3716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RAG + fact-checking + human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Latency Risk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Agent response time too long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37744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5603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Event-driven + caching + async fallback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Compliance Risk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Data privacy regulation violations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56616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37490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Synthetic Persona + data localization + audit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Cost Risk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API call costs too high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475488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49377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Small models for simple tasks + caching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Cost Estimation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Prototype Phase Monthly Cost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645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Monthly Cost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6459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Description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Azure OpenAI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103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~$500/mo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21031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GPT-4o inference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603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Cosmos 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25603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~$200/mo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2560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Globally distributed 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175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Azure ML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30175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~$300/mo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Model training and deployment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474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Other Services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3474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~$200/mo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4747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Event Hubs, APIM, Monitor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9319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Total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3931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~$1,300/mo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39319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Prototype phase estimate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Note: Production costs scale linearly with store count, expected ROI &gt; 10x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A"/>
                </a:solidFill>
              </a:rPr>
              <a:t>Not just a technical solution, but a paradigm shift in retail digital transformation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5 Agents collaboratively solve 4 core retail pain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Azure full-stack, enterprise-grade security and scalability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Deep Asia market adaptation, differentiated competitive advantage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Executable 3-phase implementation roadmap, risk-controlled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Expected ROI &gt; 10x, validate core value within 3 months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Through AI Agent collaboration, move Uniqlo from "experience-driven" to "data-intelligence-driven"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Thank You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Presenter: Yuan Wang  |  Senior Solution Engineer, Azure &amp; AI Platform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Project 46 — Autonomous Retail Intelligence Agent 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Arial Light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AMA Capstone Project 46</dc:subject>
  <dc:creator>Yuan Wang</dc:creator>
  <cp:lastModifiedBy>Yuan Wang</cp:lastModifiedBy>
  <cp:revision>1</cp:revision>
  <dcterms:created xsi:type="dcterms:W3CDTF">2026-05-05T14:39:23Z</dcterms:created>
  <dcterms:modified xsi:type="dcterms:W3CDTF">2026-05-05T14:39:23Z</dcterms:modified>
</cp:coreProperties>
</file>